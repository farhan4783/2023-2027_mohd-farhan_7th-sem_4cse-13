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6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zeret Mono" panose="020B0604020202020204" charset="0"/>
      <p:regular r:id="rId13"/>
    </p:embeddedFont>
    <p:embeddedFont>
      <p:font typeface="Azeret Mono Medium" panose="020B0604020202020204" charset="0"/>
      <p:regular r:id="rId14"/>
    </p:embeddedFont>
    <p:embeddedFont>
      <p:font typeface="Krona One" panose="020B0604020202020204" charset="0"/>
      <p:regular r:id="rId15"/>
    </p:embeddedFont>
    <p:embeddedFont>
      <p:font typeface="Open Sans" panose="020B0606030504020204" pitchFamily="34" charset="0"/>
      <p:regular r:id="rId16"/>
    </p:embeddedFont>
    <p:embeddedFont>
      <p:font typeface="Open Sans SemiBold" panose="020B0706030804020204" pitchFamily="3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762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0F008-CAB2-DCBE-3D7F-E545A0882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1C96B5-76E1-7EFD-A0C8-15A43B825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A81D4-D693-5A24-13F3-5B3495FA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EB79F-D709-B0B6-A699-5BCD6E0EC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40C13-B3DC-B3FB-641F-DF65995A9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78168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3A8F0-1C67-CFCB-3631-64CA9C8EB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B51BF-6788-7C69-0BCA-DBA3E4C46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88F3A-E604-F8B8-0DE5-8AB30BBBC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F617F-331C-B65D-E366-8EBF56384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C1AA8-49F1-8237-4C15-F1BF05FCA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00823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19459-F888-312B-2D0A-7AE0AA890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0149F-D300-21A2-646B-C974CA9E2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0F2BD-3096-C99C-6442-F6CA0CB3A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C523D-3F89-6691-498B-3E388E0EA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C4401-DC21-5C54-AC04-B56E223F1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780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80639-BEE0-0AAA-46D8-1707DBBE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3C22C-4C57-DB28-AA05-ED95CA25A8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B7C90-6DE3-8C5A-A035-0A5690F06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FDFA9-355B-4B2A-B7EC-9A6811589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05CBC-A0A8-5317-20B7-3AC58E5D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EA2DC-57BA-9C24-F433-B30CE170B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92235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D3C02-3F89-B0A5-AD77-553D5D3FD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1A111-BC11-4584-1F23-0AB48AFC8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67CE7B-F099-6CC0-54F3-1E9DF0D87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105C54-4A6D-6F67-E38D-B530AEDB08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5687E4-545F-9060-DCDB-631447B649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997C47-F1E9-D219-1B0C-5E0001DA4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7E39BF-3E54-8481-AD21-0E0AC31AB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734232-D954-B4C2-979C-69BE9D219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3632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BBB4-231B-C806-D9C8-043DA54E6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05651D-7E60-4F90-E2A5-1A1C17C40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8C4E1E-0F3C-5465-93E0-E2CAF239C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E09CB-09A5-B066-7D50-8A2D72611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9403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189D87-318A-E1E9-032B-4C3D50E9D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2FB0EA-9D1F-7873-6BFA-03562B098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EBEB5-CB51-5FD7-D0B5-8EC7794EA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3819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B9737-2E01-7A5B-F467-0F32439B3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0437C-471A-A3D4-12D4-217A88B7C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050FAE-7437-4E6C-2EFA-C269E55E7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A19FF-50A6-0043-85EC-C3FB18FC1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ACB4E-0216-F544-0DF7-58AEE11C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1BDDB6-A866-C2F5-CCC6-E6807BC6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75084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C37B8-F23D-70F2-6078-C71019F25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373AB6-FCA6-A13D-5830-31AD8F3A4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B36F1-AC34-59E0-9684-01AB78A7B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FAEFE-8A57-6B19-2A61-6F32C4DEF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9457E-35E4-955E-2B5A-9F648A199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A292B-5D92-282E-5785-CC44556C4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2552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EEDCF-C24B-6B51-FE63-F32552270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618493-2140-9B38-327C-1F208C5C82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87978-6945-9CDF-2E05-523E6DED6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EA11B-B898-AA30-A03B-445E498B3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4CC5A-54AB-ECF8-8555-425F0FFCC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72149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30E5EC-6BC9-10C5-88E8-C826BEE88D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A5E9A-876D-E584-B7B7-E7DF48306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E02E4-C6B6-BCC8-4DBF-D6BA9B16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CCC33-63CC-23C9-E4B9-8B96D39BD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1BAB3-0E48-E8DE-8D92-FB8CE02FC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965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4F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7739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bg>
      <p:bgPr>
        <a:solidFill>
          <a:srgbClr val="253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903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B24463-AEA6-5F73-EFCD-712F89E1F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F062B-7F17-6687-6847-B2AA95FAE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82560-069D-F78C-4156-F88BA36056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8AF79-7038-F03C-1704-432B1306D1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FBE3F-5F6C-6514-2D59-BD747405A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981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004F46"/>
          </a:solidFill>
          <a:ln/>
        </p:spPr>
      </p:sp>
      <p:sp>
        <p:nvSpPr>
          <p:cNvPr id="3" name="Text 1"/>
          <p:cNvSpPr/>
          <p:nvPr/>
        </p:nvSpPr>
        <p:spPr>
          <a:xfrm>
            <a:off x="533387" y="565785"/>
            <a:ext cx="678163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FFFF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INTERNSHIP COMPLETION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387" y="2385707"/>
            <a:ext cx="6248244" cy="2098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5400" kern="100" spc="-21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Internship</a:t>
            </a:r>
            <a:endParaRPr lang="en-US" sz="54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5400" kern="100" spc="-21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Completion</a:t>
            </a:r>
            <a:endParaRPr lang="en-US" sz="54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5400" kern="100" spc="-216" dirty="0">
                <a:solidFill>
                  <a:srgbClr val="F9BEB8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Presentation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33387" y="5988963"/>
            <a:ext cx="678163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Mohd Farhan · Data Science Intern at Kode To Career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101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01 · THE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504785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Completed a two-month Data Science internship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1727795"/>
            <a:ext cx="3620798" cy="38100"/>
          </a:xfrm>
          <a:prstGeom prst="roundRect">
            <a:avLst>
              <a:gd name="adj" fmla="val 49999"/>
            </a:avLst>
          </a:prstGeom>
          <a:solidFill>
            <a:srgbClr val="F58E84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026880"/>
            <a:ext cx="1097252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Period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09585" y="2518489"/>
            <a:ext cx="1097252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June 2026 – 31 July 2026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3299361"/>
            <a:ext cx="1097252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Organisation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09585" y="3790970"/>
            <a:ext cx="1097252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Kode To Career, a skill-development and career-learning organisation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9585" y="4571841"/>
            <a:ext cx="1097252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Role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09585" y="5063450"/>
            <a:ext cx="1097252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Science Intern with Python teaching responsibility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9585" y="5844322"/>
            <a:ext cx="1097252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Programme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09585" y="6335931"/>
            <a:ext cx="1097252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B.Tech Computer Science and Engineering, IILM University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9585" y="3051076"/>
            <a:ext cx="10972526" cy="1270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585" y="4323556"/>
            <a:ext cx="10972526" cy="1270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5" y="5596037"/>
            <a:ext cx="10972526" cy="12700"/>
          </a:xfrm>
          <a:prstGeom prst="rect">
            <a:avLst/>
          </a:prstGeom>
          <a:solidFill>
            <a:srgbClr val="2F6B6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02 · THE SHIFT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185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internship closed the gap between theory and practice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082919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Classroom concepts became a complete working rhythm.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248249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4820384"/>
            <a:ext cx="342891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From theory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09585" y="5311993"/>
            <a:ext cx="3428914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Moved from classroom concepts to a complete data science workflow.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688" y="4248249"/>
            <a:ext cx="431789" cy="431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95688" y="4820384"/>
            <a:ext cx="320032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Into practice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4495688" y="5311993"/>
            <a:ext cx="320032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Combined programming, data preparation, visualisation, modelling and communication.</a:t>
            </a:r>
            <a:endParaRPr lang="en-US" sz="1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196" y="4248249"/>
            <a:ext cx="431789" cy="38377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53196" y="4772362"/>
            <a:ext cx="342891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Then shared it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8153196" y="5263971"/>
            <a:ext cx="3428914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Added a second responsibility: making Python understandable for beginners.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4260743" y="4248249"/>
            <a:ext cx="12700" cy="2000151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5" name="Shape 10"/>
          <p:cNvSpPr/>
          <p:nvPr/>
        </p:nvSpPr>
        <p:spPr>
          <a:xfrm>
            <a:off x="7918252" y="4248249"/>
            <a:ext cx="12700" cy="2000151"/>
          </a:xfrm>
          <a:prstGeom prst="rect">
            <a:avLst/>
          </a:prstGeom>
          <a:solidFill>
            <a:srgbClr val="2F6B6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03 · THE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185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I followed a repeatable data science workflow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342" y="2057995"/>
            <a:ext cx="8834911" cy="3809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75037" y="2494407"/>
            <a:ext cx="4858570" cy="27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kern="100" spc="-50" dirty="0">
                <a:solidFill>
                  <a:srgbClr val="000000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Collect &amp; Load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2275037" y="3377906"/>
            <a:ext cx="4858570" cy="27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kern="100" spc="-50" dirty="0">
                <a:solidFill>
                  <a:srgbClr val="000000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Clean Data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2275037" y="4252570"/>
            <a:ext cx="4858570" cy="27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kern="100" spc="-50" dirty="0">
                <a:solidFill>
                  <a:srgbClr val="000000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Explore Patterns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275037" y="5127234"/>
            <a:ext cx="4858570" cy="275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kern="100" spc="-50" dirty="0">
                <a:solidFill>
                  <a:srgbClr val="000000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Feature &amp; Train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09585" y="5960606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BFD3C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AI assistance supported the workflow alongside the work; conclusions remained documented, committed and presented.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04 · THE TOOLSET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0584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toolset covered the full working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9585" y="1449388"/>
            <a:ext cx="545392" cy="545405"/>
          </a:xfrm>
          <a:prstGeom prst="ellipse">
            <a:avLst/>
          </a:prstGeom>
          <a:noFill/>
          <a:ln w="19050">
            <a:solidFill>
              <a:srgbClr val="F58E8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55" y="1630363"/>
            <a:ext cx="183451" cy="183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2137985"/>
            <a:ext cx="342891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Python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9585" y="2577227"/>
            <a:ext cx="3657509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analysis, modelling and teaching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495688" y="1449388"/>
            <a:ext cx="545392" cy="545405"/>
          </a:xfrm>
          <a:prstGeom prst="ellipse">
            <a:avLst/>
          </a:prstGeom>
          <a:noFill/>
          <a:ln w="19050">
            <a:solidFill>
              <a:srgbClr val="F58E84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658" y="1630363"/>
            <a:ext cx="183451" cy="18345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95688" y="2137985"/>
            <a:ext cx="320032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NumPy + Pandas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495688" y="2577227"/>
            <a:ext cx="3200320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numerical computing and data manipulation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153196" y="1449388"/>
            <a:ext cx="545392" cy="545405"/>
          </a:xfrm>
          <a:prstGeom prst="ellipse">
            <a:avLst/>
          </a:prstGeom>
          <a:noFill/>
          <a:ln w="19050">
            <a:solidFill>
              <a:srgbClr val="F58E84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167" y="1630363"/>
            <a:ext cx="183451" cy="18345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53196" y="2137985"/>
            <a:ext cx="342891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Matplotlib + Seaborn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153196" y="2577227"/>
            <a:ext cx="3428914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exploratory visualisation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09585" y="3657798"/>
            <a:ext cx="545392" cy="545405"/>
          </a:xfrm>
          <a:prstGeom prst="ellipse">
            <a:avLst/>
          </a:prstGeom>
          <a:noFill/>
          <a:ln w="19050">
            <a:solidFill>
              <a:srgbClr val="F58E84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55" y="3838773"/>
            <a:ext cx="183451" cy="18345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9585" y="4346396"/>
            <a:ext cx="342891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Scikit-learn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09585" y="4785638"/>
            <a:ext cx="342891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regression, classification, clustering and evaluation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4495688" y="3657798"/>
            <a:ext cx="545392" cy="545405"/>
          </a:xfrm>
          <a:prstGeom prst="ellipse">
            <a:avLst/>
          </a:prstGeom>
          <a:noFill/>
          <a:ln w="19050">
            <a:solidFill>
              <a:srgbClr val="F58E84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658" y="3838773"/>
            <a:ext cx="183451" cy="18345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495688" y="4346396"/>
            <a:ext cx="320032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Jupyter, Colab, VS Code, Git and GitHub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4495688" y="5082798"/>
            <a:ext cx="320032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experimentation, documentation and version control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8153196" y="3657798"/>
            <a:ext cx="545392" cy="545405"/>
          </a:xfrm>
          <a:prstGeom prst="ellipse">
            <a:avLst/>
          </a:prstGeom>
          <a:noFill/>
          <a:ln w="19050">
            <a:solidFill>
              <a:srgbClr val="F58E84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4167" y="3838773"/>
            <a:ext cx="183451" cy="18345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153196" y="4346396"/>
            <a:ext cx="342891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AI coding assistants</a:t>
            </a:r>
            <a:endParaRPr lang="en-US" sz="1800" dirty="0"/>
          </a:p>
        </p:txBody>
      </p:sp>
      <p:sp>
        <p:nvSpPr>
          <p:cNvPr id="27" name="Text 19"/>
          <p:cNvSpPr/>
          <p:nvPr/>
        </p:nvSpPr>
        <p:spPr>
          <a:xfrm>
            <a:off x="8153196" y="4785638"/>
            <a:ext cx="3428914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generation, explanation and debugging with manual verification</a:t>
            </a:r>
            <a:endParaRPr lang="en-US" sz="1700" dirty="0"/>
          </a:p>
        </p:txBody>
      </p:sp>
      <p:sp>
        <p:nvSpPr>
          <p:cNvPr id="28" name="Shape 20"/>
          <p:cNvSpPr/>
          <p:nvPr/>
        </p:nvSpPr>
        <p:spPr>
          <a:xfrm>
            <a:off x="4260743" y="1449388"/>
            <a:ext cx="12700" cy="1979811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29" name="Shape 21"/>
          <p:cNvSpPr/>
          <p:nvPr/>
        </p:nvSpPr>
        <p:spPr>
          <a:xfrm>
            <a:off x="7918252" y="1449388"/>
            <a:ext cx="12700" cy="1979811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30" name="Shape 22"/>
          <p:cNvSpPr/>
          <p:nvPr/>
        </p:nvSpPr>
        <p:spPr>
          <a:xfrm>
            <a:off x="609585" y="3422848"/>
            <a:ext cx="3657509" cy="1270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31" name="Shape 23"/>
          <p:cNvSpPr/>
          <p:nvPr/>
        </p:nvSpPr>
        <p:spPr>
          <a:xfrm>
            <a:off x="4260743" y="3429198"/>
            <a:ext cx="12700" cy="2590006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32" name="Shape 24"/>
          <p:cNvSpPr/>
          <p:nvPr/>
        </p:nvSpPr>
        <p:spPr>
          <a:xfrm>
            <a:off x="4267093" y="3422848"/>
            <a:ext cx="3657509" cy="1270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33" name="Shape 25"/>
          <p:cNvSpPr/>
          <p:nvPr/>
        </p:nvSpPr>
        <p:spPr>
          <a:xfrm>
            <a:off x="7918252" y="3429198"/>
            <a:ext cx="12700" cy="2590006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34" name="Shape 26"/>
          <p:cNvSpPr/>
          <p:nvPr/>
        </p:nvSpPr>
        <p:spPr>
          <a:xfrm>
            <a:off x="7924602" y="3422848"/>
            <a:ext cx="3657509" cy="12700"/>
          </a:xfrm>
          <a:prstGeom prst="rect">
            <a:avLst/>
          </a:prstGeom>
          <a:solidFill>
            <a:srgbClr val="2F6B61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05 · THE LEARNING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185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Every assignment followed learn → apply → explain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080220"/>
            <a:ext cx="85653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58E84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382441"/>
            <a:ext cx="2400240" cy="19050"/>
          </a:xfrm>
          <a:prstGeom prst="rect">
            <a:avLst/>
          </a:prstGeom>
          <a:solidFill>
            <a:srgbClr val="F58E84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544306"/>
            <a:ext cx="240024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Learn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09585" y="3035915"/>
            <a:ext cx="2400240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 the concept through documentation and guided practice.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67013" y="2080220"/>
            <a:ext cx="85653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58E84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67013" y="2382441"/>
            <a:ext cx="2400240" cy="19050"/>
          </a:xfrm>
          <a:prstGeom prst="rect">
            <a:avLst/>
          </a:prstGeom>
          <a:solidFill>
            <a:srgbClr val="F58E84"/>
          </a:solidFill>
          <a:ln/>
        </p:spPr>
      </p:sp>
      <p:sp>
        <p:nvSpPr>
          <p:cNvPr id="10" name="Text 8"/>
          <p:cNvSpPr/>
          <p:nvPr/>
        </p:nvSpPr>
        <p:spPr>
          <a:xfrm>
            <a:off x="3467013" y="2544306"/>
            <a:ext cx="240024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Apply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467013" y="3035915"/>
            <a:ext cx="240024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it to a practical assignment or mini-project.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24442" y="2080220"/>
            <a:ext cx="85653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58E84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24442" y="2382441"/>
            <a:ext cx="2400240" cy="19050"/>
          </a:xfrm>
          <a:prstGeom prst="rect">
            <a:avLst/>
          </a:prstGeom>
          <a:solidFill>
            <a:srgbClr val="F58E84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442" y="2544306"/>
            <a:ext cx="240024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Review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324442" y="3035915"/>
            <a:ext cx="2400240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code quality, naming, documentation and correctness.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81870" y="2080220"/>
            <a:ext cx="85653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58E84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81870" y="2382441"/>
            <a:ext cx="2400240" cy="19050"/>
          </a:xfrm>
          <a:prstGeom prst="rect">
            <a:avLst/>
          </a:prstGeom>
          <a:solidFill>
            <a:srgbClr val="F58E84"/>
          </a:solidFill>
          <a:ln/>
        </p:spPr>
      </p:sp>
      <p:sp>
        <p:nvSpPr>
          <p:cNvPr id="18" name="Text 16"/>
          <p:cNvSpPr/>
          <p:nvPr/>
        </p:nvSpPr>
        <p:spPr>
          <a:xfrm>
            <a:off x="9181870" y="2544306"/>
            <a:ext cx="240024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Explain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81870" y="3035915"/>
            <a:ext cx="240024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 the idea clearly through notebooks or teaching.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5479" y="5668189"/>
            <a:ext cx="11150321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06 · TEACHING RESPONSIBILITY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185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For one month, I taught Python to a learner batch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80220"/>
            <a:ext cx="539736" cy="539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829838"/>
            <a:ext cx="525766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Week 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9585" y="3269079"/>
            <a:ext cx="525766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basics, variables, data types, input/output and conditions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2080220"/>
            <a:ext cx="539736" cy="539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24442" y="2829838"/>
            <a:ext cx="525766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Week 2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324442" y="3269079"/>
            <a:ext cx="525766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Loops, strings, lists, tuples, sets and dictionaries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392910"/>
            <a:ext cx="539736" cy="539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9585" y="5142528"/>
            <a:ext cx="525766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Week 3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09585" y="5581769"/>
            <a:ext cx="5486263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Functions, modules, file handling and exceptions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442" y="4392910"/>
            <a:ext cx="539736" cy="539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24442" y="5142528"/>
            <a:ext cx="525766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Week 4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324442" y="5581769"/>
            <a:ext cx="525766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Object-oriented Python, NumPy/Pandas introduction, assessment and mini-project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6089498" y="2080220"/>
            <a:ext cx="12700" cy="208409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7" name="Shape 11"/>
          <p:cNvSpPr/>
          <p:nvPr/>
        </p:nvSpPr>
        <p:spPr>
          <a:xfrm>
            <a:off x="609585" y="4157960"/>
            <a:ext cx="5486263" cy="1270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8" name="Shape 12"/>
          <p:cNvSpPr/>
          <p:nvPr/>
        </p:nvSpPr>
        <p:spPr>
          <a:xfrm>
            <a:off x="6089498" y="4164310"/>
            <a:ext cx="12700" cy="208409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9" name="Shape 13"/>
          <p:cNvSpPr/>
          <p:nvPr/>
        </p:nvSpPr>
        <p:spPr>
          <a:xfrm>
            <a:off x="6095848" y="4157960"/>
            <a:ext cx="5486263" cy="12700"/>
          </a:xfrm>
          <a:prstGeom prst="rect">
            <a:avLst/>
          </a:prstGeom>
          <a:solidFill>
            <a:srgbClr val="2F6B6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07 · LEADERSHIP IN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185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Teaching turned technical knowledge into leadership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80220"/>
            <a:ext cx="431789" cy="43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652355"/>
            <a:ext cx="525766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Prepared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09585" y="3143964"/>
            <a:ext cx="525766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 daily sessions, notebooks, examples, practice questions and weekly assessments.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2080220"/>
            <a:ext cx="431789" cy="43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24442" y="2652355"/>
            <a:ext cx="525766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Made ideas clear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6324442" y="3143964"/>
            <a:ext cx="525766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analogies, live coding and step-by-step dry runs for difficult concepts.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224536"/>
            <a:ext cx="431789" cy="431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9585" y="4796671"/>
            <a:ext cx="525766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Adapted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609585" y="5288280"/>
            <a:ext cx="525766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Adjusted for different learning speeds and treated debugging as a learning opportunity.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442" y="4224536"/>
            <a:ext cx="431789" cy="431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24442" y="4796671"/>
            <a:ext cx="525766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Balanced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6324442" y="5288280"/>
            <a:ext cx="525766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Balanced teaching preparation with personal assignments and project work.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6089498" y="2080220"/>
            <a:ext cx="12700" cy="1915716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7" name="Shape 11"/>
          <p:cNvSpPr/>
          <p:nvPr/>
        </p:nvSpPr>
        <p:spPr>
          <a:xfrm>
            <a:off x="609585" y="3989586"/>
            <a:ext cx="5486263" cy="1270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8" name="Shape 12"/>
          <p:cNvSpPr/>
          <p:nvPr/>
        </p:nvSpPr>
        <p:spPr>
          <a:xfrm>
            <a:off x="6089498" y="3995936"/>
            <a:ext cx="12700" cy="1915716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9" name="Shape 13"/>
          <p:cNvSpPr/>
          <p:nvPr/>
        </p:nvSpPr>
        <p:spPr>
          <a:xfrm>
            <a:off x="6095848" y="3989586"/>
            <a:ext cx="5486263" cy="12700"/>
          </a:xfrm>
          <a:prstGeom prst="rect">
            <a:avLst/>
          </a:prstGeom>
          <a:solidFill>
            <a:srgbClr val="2F6B61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08 · 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185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internship produced both technical and professional growth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332509"/>
            <a:ext cx="5257668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Technical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9585" y="2935288"/>
            <a:ext cx="1734896" cy="38100"/>
          </a:xfrm>
          <a:prstGeom prst="roundRect">
            <a:avLst>
              <a:gd name="adj" fmla="val 49999"/>
            </a:avLst>
          </a:prstGeom>
          <a:solidFill>
            <a:srgbClr val="F58E84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157061"/>
            <a:ext cx="525766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Python, NumPy, Pandas, visualisation, machine learning basics, Git and AI-assisted development.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24442" y="2332509"/>
            <a:ext cx="5257668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Professional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324442" y="2935288"/>
            <a:ext cx="1734896" cy="38100"/>
          </a:xfrm>
          <a:prstGeom prst="roundRect">
            <a:avLst>
              <a:gd name="adj" fmla="val 49999"/>
            </a:avLst>
          </a:prstGeom>
          <a:solidFill>
            <a:srgbClr val="F58E84"/>
          </a:solidFill>
          <a:ln/>
        </p:spPr>
      </p:sp>
      <p:sp>
        <p:nvSpPr>
          <p:cNvPr id="9" name="Text 7"/>
          <p:cNvSpPr/>
          <p:nvPr/>
        </p:nvSpPr>
        <p:spPr>
          <a:xfrm>
            <a:off x="6324442" y="3157061"/>
            <a:ext cx="525766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Communication, mentoring, time management, discipline, feedback and empathy.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9585" y="4009033"/>
            <a:ext cx="10972526" cy="1272480"/>
          </a:xfrm>
          <a:custGeom>
            <a:avLst/>
            <a:gdLst/>
            <a:ahLst/>
            <a:cxnLst/>
            <a:rect l="l" t="t" r="r" b="b"/>
            <a:pathLst>
              <a:path w="10972526" h="1272480">
                <a:moveTo>
                  <a:pt x="0" y="0"/>
                </a:moveTo>
                <a:lnTo>
                  <a:pt x="10972526" y="0"/>
                </a:lnTo>
                <a:lnTo>
                  <a:pt x="10972526" y="1196916"/>
                </a:lnTo>
                <a:arcTo wR="75563" hR="75565" stAng="0" swAng="5400000"/>
                <a:lnTo>
                  <a:pt x="75563" y="1272480"/>
                </a:lnTo>
                <a:arcTo wR="75563" hR="75565" stAng="5400000" swAng="5400000"/>
                <a:lnTo>
                  <a:pt x="0" y="0"/>
                </a:lnTo>
                <a:close/>
              </a:path>
            </a:pathLst>
          </a:custGeom>
          <a:solidFill>
            <a:srgbClr val="004F46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" y="4250968"/>
            <a:ext cx="10515337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Evidence of completion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8179" y="4742577"/>
            <a:ext cx="10743931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Practical assignments, projects, version-controlled work and a certificate from Kode To Career.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89498" y="2080220"/>
            <a:ext cx="12700" cy="1928813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585" y="4002683"/>
            <a:ext cx="10972526" cy="12700"/>
          </a:xfrm>
          <a:prstGeom prst="rect">
            <a:avLst/>
          </a:prstGeom>
          <a:solidFill>
            <a:srgbClr val="2F6B61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004F46"/>
          </a:solidFill>
          <a:ln/>
        </p:spPr>
      </p:sp>
      <p:sp>
        <p:nvSpPr>
          <p:cNvPr id="3" name="Text 1"/>
          <p:cNvSpPr/>
          <p:nvPr/>
        </p:nvSpPr>
        <p:spPr>
          <a:xfrm>
            <a:off x="533387" y="540385"/>
            <a:ext cx="678163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FFFF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09 · COMPLETION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387" y="1968956"/>
            <a:ext cx="6248244" cy="1481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Internship completed — ready for the next step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33387" y="3685679"/>
            <a:ext cx="2061813" cy="38100"/>
          </a:xfrm>
          <a:prstGeom prst="roundRect">
            <a:avLst>
              <a:gd name="adj" fmla="val 49999"/>
            </a:avLst>
          </a:prstGeom>
          <a:solidFill>
            <a:srgbClr val="F58E84"/>
          </a:solidFill>
          <a:ln/>
        </p:spPr>
      </p:sp>
      <p:sp>
        <p:nvSpPr>
          <p:cNvPr id="6" name="Text 4"/>
          <p:cNvSpPr/>
          <p:nvPr/>
        </p:nvSpPr>
        <p:spPr>
          <a:xfrm>
            <a:off x="533387" y="3971429"/>
            <a:ext cx="6248244" cy="2353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Completed the Data Science Internship from 1 June 2026 to 31 July 2026.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practical confidence across the data science life cycle.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Strengthened my profile with project experience, a recognised certificate and teaching experience.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 direction: continue building data science and AI capability while mentoring others.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552</Words>
  <Application>Microsoft Office PowerPoint</Application>
  <PresentationFormat>Widescreen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Azeret Mono Medium</vt:lpstr>
      <vt:lpstr>Azeret Mono</vt:lpstr>
      <vt:lpstr>Krona One</vt:lpstr>
      <vt:lpstr>Calibri</vt:lpstr>
      <vt:lpstr>Arial</vt:lpstr>
      <vt:lpstr>Open Sans</vt:lpstr>
      <vt:lpstr>Open Sans SemiBold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Mohd Faraz</cp:lastModifiedBy>
  <cp:revision>4</cp:revision>
  <dcterms:created xsi:type="dcterms:W3CDTF">2026-10-20T11:05:02Z</dcterms:created>
  <dcterms:modified xsi:type="dcterms:W3CDTF">2026-10-20T11:07:33Z</dcterms:modified>
</cp:coreProperties>
</file>